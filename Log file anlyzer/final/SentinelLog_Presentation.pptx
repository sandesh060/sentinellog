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949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B949E"/>
                </a:solidFill>
                <a:latin typeface="Arial"/>
              </a:rPr>
              <a:t>Requests per IP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10.0.0.5
(FLAGGED)</c:v>
                  </c:pt>
                  <c:pt idx="1">
                    <c:v>192.168.1.101
(FLAGGED)</c:v>
                  </c:pt>
                  <c:pt idx="2">
                    <c:v>172.16.0.99
(FLAGGED)</c:v>
                  </c:pt>
                  <c:pt idx="3">
                    <c:v>192.168.1.104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640080"/>
            <a:ext cx="1097280" cy="10972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658368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SENTINELLOG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 Analyzer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Python-based cybersecurity tool for automated log parsing,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 &amp; multi-format security reporting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640080"/>
            <a:ext cx="1737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658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0" y="1691640"/>
            <a:ext cx="1737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709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0" y="2148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2743200"/>
            <a:ext cx="1737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1323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3794760"/>
            <a:ext cx="17373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4251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 Size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 |  Python 3.8+  |  Windows / Linux / macOS  |  Version 2.0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SentinelLog?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Python file that reads server log files and automatically detects cyber threats, generates reports, and saves history — zero setup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019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2871216"/>
            <a:ext cx="1234440" cy="274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servers generate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log lines daily.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can read them all.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go undetected.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974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9019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450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9080" y="2871216"/>
            <a:ext cx="123444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reads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file in seconds,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patterns, flags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automatically.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974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9019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24505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0" y="2871216"/>
            <a:ext cx="123444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dashboard, 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report, CSV, JSON, 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report,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chart.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 |  What Is It?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stages — every analysis run follows this exact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29844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344168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" y="1984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2404872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.log 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workers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72768" y="2788920"/>
            <a:ext cx="128016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9928" y="1234440"/>
            <a:ext cx="129844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344168"/>
            <a:ext cx="548640" cy="5486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28216" y="1984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64792" y="2404872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pattern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all 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fields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08376" y="2788920"/>
            <a:ext cx="128016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234440"/>
            <a:ext cx="129844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344168"/>
            <a:ext cx="548640" cy="54864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63824" y="1984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404872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IPs, paths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2σ spike detect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43984" y="2788920"/>
            <a:ext cx="128016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1144" y="1234440"/>
            <a:ext cx="129844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344168"/>
            <a:ext cx="548640" cy="5486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99432" y="1984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36008" y="2404872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SQLi, Traversal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UA flags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79592" y="2788920"/>
            <a:ext cx="128016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1234440"/>
            <a:ext cx="129844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91656" y="1344168"/>
            <a:ext cx="548640" cy="548640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35040" y="1984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71616" y="2404872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SQLite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&amp; delta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2788920"/>
            <a:ext cx="128016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1234440"/>
            <a:ext cx="129844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27264" y="1344168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70648" y="19842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07224" y="2404872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CLI, HTML,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JSON, PNG chart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formats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 |  Processing Pipeline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Detection Module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independent detection algorithms — all run in a single O(n) pass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8992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7647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OR 1=1, UNION SELECT,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TABLE in request paths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777240" cy="21945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13632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Traversal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13632" y="17647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../etc/passwd, /wp-admin,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/phpmyadmin access attempts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2514600"/>
            <a:ext cx="777240" cy="21945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514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48272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48272" y="17647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failed auth (401/403)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same IP in one session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777240" cy="21945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514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" y="3063240"/>
            <a:ext cx="3291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536192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UA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36192" y="35021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Nikto, sqlmap, Nessus, Nmap,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Masscan, DirBuster signatures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4251960"/>
            <a:ext cx="777240" cy="21945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51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3291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68112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Burst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68112" y="350215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deque —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&gt;60 requests per 60-sec window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4251960"/>
            <a:ext cx="77724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51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 |  Threat Detection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Analysis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access.log — 7 entries, 3 injected attack patterns, detected in &lt; 1 second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72768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435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739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Requests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188720"/>
            <a:ext cx="1572768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2435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11680" y="17739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572768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2435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7739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IPs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1188720"/>
            <a:ext cx="1572768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2435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2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0" y="17739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572768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243584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17739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Time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2304288"/>
          <a:ext cx="4389120" cy="2542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02920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Threats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697480"/>
          <a:ext cx="3840480" cy="214884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8229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Address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299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299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172.16.0.99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Traversal+Scanner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4B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192.168.1.101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4B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Injection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4B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192.168.1.104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 |  Live Results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Output Formats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7190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069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72184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terminal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109728" cy="1719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977640" y="1069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1472184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browser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Chart.js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3-tab navigation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109728" cy="17190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069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1472184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Excel-compatible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IP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threat labels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0360"/>
            <a:ext cx="109728" cy="171907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{ }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43000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392424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 dict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keys for APIs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downstream scripts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109728" cy="17190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977640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77640" y="3392424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Multi-panel image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— 5 sections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theme, 150 DPI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880360"/>
            <a:ext cx="109728" cy="1719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812280" y="2990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3392424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bar chart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IPs in 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in blue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  cli | html | csv | json | png | chart | all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Command-Line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subcommands  ·  Professional git-style CLI design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09728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81328" y="1170432"/>
            <a:ext cx="7360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2768" y="11887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analyzer.py analyze --file access.log --report all --top 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81328" y="151790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--file       Path to log file (required)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175564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--report     cli / html / csv / json / png / chart / all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81328" y="1993392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        Top N IPs and endpoints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81328" y="2231136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--workers    Parallel workers for large files (&gt;10 MB)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81328" y="246888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--since      Filter from date  YYYY-MM-DD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81328" y="270662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--until      Filter to date    YYYY-MM-DD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294436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--history    Compare with previous run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81328" y="3182112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--no-db      Skip saving to SQLite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109728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47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81328" y="3547872"/>
            <a:ext cx="7360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35661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analyzer.py history --limit 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81328" y="389534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         SQLite database path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81328" y="413308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--limit      Number of past runs to show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498848"/>
            <a:ext cx="1097280" cy="2926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98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81328" y="4498848"/>
            <a:ext cx="7360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5171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analyzer.py export --out report.html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81328" y="484632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       Output file (.html / .json / .csv)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81328" y="5084064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         SQLite database path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5449824"/>
            <a:ext cx="8476488" cy="329184"/>
          </a:xfrm>
          <a:prstGeom prst="rect">
            <a:avLst/>
          </a:prstGeom>
          <a:solidFill>
            <a:srgbClr val="1A203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468112"/>
            <a:ext cx="847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GUI mode:   python analyzer.py --gui   →  Opens Tkinter file-picker, auto-generates HTML report in browser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1214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log 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960120"/>
            <a:ext cx="21214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Post-breach forensic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21214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Audit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/ GDPR evidence reports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221992"/>
            <a:ext cx="21214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46120" y="2313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6791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real attack patterns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21214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575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410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SIEM alternative — zero cost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3483864"/>
            <a:ext cx="21214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46120" y="3575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 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9410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WAF detection coverage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Commercial SIEM Tools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325880"/>
          <a:ext cx="3749040" cy="3657600"/>
        </p:xfrm>
        <a:graphic>
          <a:graphicData uri="http://schemas.openxmlformats.org/drawingml/2006/table">
            <a:tbl>
              <a:tblPr/>
              <a:tblGrid>
                <a:gridCol w="1417320"/>
                <a:gridCol w="1170432"/>
                <a:gridCol w="1161288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SentinelLog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Splunk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capable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 report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file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inject detect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FB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rules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3268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45720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9669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IP Lookup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167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MaxMind GeoIP2 — show country &amp; city for each flagged IP on a world 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3268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32688"/>
            <a:ext cx="457200" cy="84124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3268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99669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167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/ Slack webhook — alert instantly when a flagged IP is detected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3852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38528"/>
            <a:ext cx="457200" cy="8412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3852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00253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3225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--watch mode — tail log files live, re-analyze on every new batch of entries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38528"/>
            <a:ext cx="457200" cy="84124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3852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00253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Anomaly Detect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3225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fixed 2σ threshold with Isolation Forest machine learning 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44368"/>
            <a:ext cx="45720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00837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3284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Print-ready PDF reports via ReportLab for formal submission and archiving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94436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44368"/>
            <a:ext cx="457200" cy="84124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4436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300837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Support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3284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deployment on any server — containerized with zero setup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95020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950208"/>
            <a:ext cx="457200" cy="84124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5020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01421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3342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endpoint — accept log uploads, return JSON analysis for integrations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50208"/>
            <a:ext cx="42062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50208"/>
            <a:ext cx="457200" cy="8412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95020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03520" y="401421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Allowlist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3342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known internal IPs to reduce false positives in production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 |  Future Enhancements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🛡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SENTINELLOG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 Analyzer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5943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077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944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5943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649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5943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22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858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79392"/>
            <a:ext cx="5943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793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365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Complete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0" y="10515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SentinelLog proves that a production-quality
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tool can be built with zero
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dependencies beyond the Python
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library.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2276856"/>
            <a:ext cx="228600" cy="2286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21284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Python file — deploy anywhere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2752344"/>
            <a:ext cx="228600" cy="2286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6883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identified all 3 attack types in live testing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3227832"/>
            <a:ext cx="228600" cy="2286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1638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output formats for every audience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3703320"/>
            <a:ext cx="228600" cy="2286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6393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mode — no command-line knowledge needed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4178808"/>
            <a:ext cx="228600" cy="2286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1148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history for ongoing monitoring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0" y="4617720"/>
            <a:ext cx="470916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46817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 |  Python 3.8+  |  github.com/sentinellog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SentinelLog — Log File Analyzer</dc:title>
  <dc:subject>PptxGenJS Presentation</dc:subject>
  <dc:creator>SentinelLog Project</dc:creator>
  <cp:lastModifiedBy>SentinelLog Project</cp:lastModifiedBy>
  <cp:revision>1</cp:revision>
  <dcterms:created xsi:type="dcterms:W3CDTF">2026-05-14T03:20:12Z</dcterms:created>
  <dcterms:modified xsi:type="dcterms:W3CDTF">2026-05-14T03:20:12Z</dcterms:modified>
</cp:coreProperties>
</file>